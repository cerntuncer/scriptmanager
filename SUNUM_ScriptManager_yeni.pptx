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00" d="100"/>
          <a:sy n="100" d="100"/>
        </p:scale>
        <p:origin x="874" y="-2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365760"/>
            <a:ext cx="5349240" cy="5943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400"/>
              </a:spcAft>
              <a:defRPr sz="3000" b="1"/>
            </a:pPr>
            <a:r>
              <a:t>Proje nedir?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500"/>
            </a:pPr>
            <a:r>
              <a:t>T-SQL script’lerini tek sistemde toplayan kurumsal uygulama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500"/>
            </a:pPr>
            <a:r>
              <a:t>Organizasyon: Release (sürüm) → Batch (iş paketi) → Script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500"/>
            </a:pPr>
            <a:r>
              <a:t>Çakışma tespiti ve rol bazlı inceleme (geliştirici / testçi)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500"/>
            </a:pPr>
            <a:r>
              <a:t>Web (MVC + cookie) ve API (REST + JWT) ile çift kanal</a:t>
            </a:r>
          </a:p>
        </p:txBody>
      </p:sp>
      <p:pic>
        <p:nvPicPr>
          <p:cNvPr id="3" name="Picture 2" descr="slide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620" y="1120140"/>
            <a:ext cx="594360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365760"/>
            <a:ext cx="5349240" cy="5943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400"/>
              </a:spcAft>
              <a:defRPr sz="3000" b="1"/>
            </a:pPr>
            <a:r>
              <a:t>Release, batch, script, çakışma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300"/>
            </a:pPr>
            <a:r>
              <a:t>Release oluşturma: sürüm adı/versiyon; batch ağacının kökü; iptal ve ağaç kilidi.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300"/>
            </a:pPr>
            <a:r>
              <a:t>Batch oluşturma: hiyerarşik klasörler; release’e bağlama; kilitli batch’e yeni script eklenmez.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300"/>
            </a:pPr>
            <a:r>
              <a:t>Script: oluşturma/güncellemede T-SQL doğrulama; taslak → testçi incelemesi → hazır.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300"/>
            </a:pPr>
            <a:r>
              <a:t>Çakışma: aynı release kapsamındaki script’lerde tablo/nesne/kayıt çakışması; Conflict kaydı ve çözüm.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300"/>
            </a:pPr>
            <a:r>
              <a:t>SQL değişince fingerprint ile önceki ‘kabul’ kayıtlarının geçersizlenmesi.</a:t>
            </a:r>
          </a:p>
        </p:txBody>
      </p:sp>
      <p:pic>
        <p:nvPicPr>
          <p:cNvPr id="3" name="Picture 2" descr="slide_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880" y="960120"/>
            <a:ext cx="594360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365760"/>
            <a:ext cx="5349240" cy="5943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400"/>
              </a:spcAft>
              <a:defRPr sz="3000" b="1"/>
            </a:pPr>
            <a:r>
              <a:t>Amaçlar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500"/>
            </a:pPr>
            <a:r>
              <a:t>Merkezi kayıt ve izlenebilirlik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500"/>
            </a:pPr>
            <a:r>
              <a:t>Sözdizimi doğrulama ile hata riskini düşürme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500"/>
            </a:pPr>
            <a:r>
              <a:t>Çakışma tespiti ile koordinasyon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500"/>
            </a:pPr>
            <a:r>
              <a:t>Rol tabanlı güvenli operasyon</a:t>
            </a:r>
          </a:p>
        </p:txBody>
      </p:sp>
      <p:pic>
        <p:nvPicPr>
          <p:cNvPr id="3" name="Picture 2" descr="slide_goa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55423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365760"/>
            <a:ext cx="5349240" cy="5943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400"/>
              </a:spcAft>
              <a:defRPr sz="3000" b="1"/>
            </a:pPr>
            <a:r>
              <a:t>Teknolojiler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500"/>
            </a:pPr>
            <a:r>
              <a:t>.NET 9 · MVC · Web API · EF Core · SQL Server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500"/>
            </a:pPr>
            <a:r>
              <a:t>MediatR — ince controller, ortak BLL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500"/>
            </a:pPr>
            <a:r>
              <a:t>ScriptDom / SqlClient — T-SQL analizi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500"/>
            </a:pPr>
            <a:r>
              <a:t>JWT + Cookie · Swagger · SHA256 fingerprint</a:t>
            </a:r>
          </a:p>
        </p:txBody>
      </p:sp>
      <p:pic>
        <p:nvPicPr>
          <p:cNvPr id="3" name="Picture 2" descr="slide_te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260" y="960120"/>
            <a:ext cx="594360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365760"/>
            <a:ext cx="5349240" cy="5943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400"/>
              </a:spcAft>
              <a:defRPr sz="3000" b="1"/>
            </a:pPr>
            <a:r>
              <a:t>Mimari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500"/>
            </a:pPr>
            <a:r>
              <a:t>Sunum: farklı kimlik ve çıktı (HTML / JSON)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500"/>
            </a:pPr>
            <a:r>
              <a:t>BLL: iş kuralları ve MediatR handler’lar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500"/>
            </a:pPr>
            <a:r>
              <a:t>DAL: kalıcılık ve migration’lar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500"/>
            </a:pPr>
            <a:r>
              <a:t>İstek → Mediator.Send → Handler → DAL</a:t>
            </a:r>
          </a:p>
        </p:txBody>
      </p:sp>
      <p:pic>
        <p:nvPicPr>
          <p:cNvPr id="3" name="Picture 2" descr="slide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4951" y="425282"/>
            <a:ext cx="594360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347472"/>
            <a:ext cx="2880360" cy="6217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400"/>
              </a:spcAft>
              <a:defRPr sz="3000" b="1"/>
            </a:pPr>
            <a:r>
              <a:t>Örnek 1 / 5 — Release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400"/>
            </a:pPr>
            <a:r>
              <a:t>Yeni sürüm: ad, versiyon, açıklama.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400"/>
            </a:pPr>
            <a:r>
              <a:t>Kök batch ile paket hiyerarşisi başlar.</a:t>
            </a:r>
          </a:p>
        </p:txBody>
      </p:sp>
      <p:pic>
        <p:nvPicPr>
          <p:cNvPr id="3" name="Picture 2" descr="example_01_rele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216" y="347472"/>
            <a:ext cx="8732520" cy="6172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347472"/>
            <a:ext cx="2880360" cy="6217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400"/>
              </a:spcAft>
              <a:defRPr sz="3000" b="1"/>
            </a:pPr>
            <a:r>
              <a:t>Örnek 2 / 5 — Batch ağacı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400"/>
            </a:pPr>
            <a:r>
              <a:t>Release altında dallanan iş paketleri.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400"/>
            </a:pPr>
            <a:r>
              <a:t>Kilitli dal: yeni script eklenmez.</a:t>
            </a:r>
          </a:p>
        </p:txBody>
      </p:sp>
      <p:pic>
        <p:nvPicPr>
          <p:cNvPr id="3" name="Picture 2" descr="example_02_batch_tr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-1"/>
            <a:ext cx="9092561" cy="642667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347472"/>
            <a:ext cx="2880360" cy="6217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400"/>
              </a:spcAft>
              <a:defRPr sz="3000" b="1"/>
            </a:pPr>
            <a:r>
              <a:t>Örnek 3 / 5 — Script durumları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400"/>
            </a:pPr>
            <a:r>
              <a:t>Taslak → testçi incelemesi → hazır.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400"/>
            </a:pPr>
            <a:r>
              <a:t>Çakışma: ayrı durum ve çözüm süreci.</a:t>
            </a:r>
          </a:p>
        </p:txBody>
      </p:sp>
      <p:pic>
        <p:nvPicPr>
          <p:cNvPr id="3" name="Picture 2" descr="example_03_script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1526"/>
            <a:ext cx="9153584" cy="646981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347472"/>
            <a:ext cx="2880360" cy="6217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400"/>
              </a:spcAft>
              <a:defRPr sz="3000" b="1"/>
            </a:pPr>
            <a:r>
              <a:t>Örnek 4 / 5 — Çakışan script’ler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400"/>
            </a:pPr>
            <a:r>
              <a:t>İki geliştirici aynı tabloya dokununca.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400"/>
            </a:pPr>
            <a:r>
              <a:t>ConflictKey eşleşmesi ve kayıt.</a:t>
            </a:r>
          </a:p>
        </p:txBody>
      </p:sp>
      <p:pic>
        <p:nvPicPr>
          <p:cNvPr id="3" name="Picture 2" descr="example_04_confli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842" y="347472"/>
            <a:ext cx="8732520" cy="61722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347472"/>
            <a:ext cx="2880360" cy="6217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400"/>
              </a:spcAft>
              <a:defRPr sz="3000" b="1"/>
            </a:pPr>
            <a:r>
              <a:t>Örnek 5 / 5 — T-SQL doğrulama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400"/>
            </a:pPr>
            <a:r>
              <a:t>GO ile batch’lere bölme ve parse.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400"/>
            </a:pPr>
            <a:r>
              <a:t>ScriptDom + uyarılar + NOEXEC.</a:t>
            </a:r>
          </a:p>
        </p:txBody>
      </p:sp>
      <p:pic>
        <p:nvPicPr>
          <p:cNvPr id="3" name="Picture 2" descr="example_05_valid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974" y="393192"/>
            <a:ext cx="8732520" cy="61722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clos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314</Words>
  <Application>Microsoft Office PowerPoint</Application>
  <PresentationFormat>Ekran Gösterisi (4:3)</PresentationFormat>
  <Paragraphs>41</Paragraphs>
  <Slides>12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2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Sunusu</dc:title>
  <dc:subject/>
  <dc:creator/>
  <cp:keywords/>
  <dc:description>generated using python-pptx</dc:description>
  <cp:lastModifiedBy>cerent</cp:lastModifiedBy>
  <cp:revision>3</cp:revision>
  <dcterms:created xsi:type="dcterms:W3CDTF">2013-01-27T09:14:16Z</dcterms:created>
  <dcterms:modified xsi:type="dcterms:W3CDTF">2026-04-20T20:53:03Z</dcterms:modified>
  <cp:category/>
</cp:coreProperties>
</file>