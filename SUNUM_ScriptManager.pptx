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Proje nedir?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T-SQL script’lerini tek sistemde toplayan kurumsal uygulama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Organizasyon: Release (sürüm) → Batch (iş paketi) → Script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Çakışma tespiti ve rol bazlı inceleme (geliştirici / testçi)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Web (MVC + cookie) ve API (REST + JWT) ile çift kanal</a:t>
            </a:r>
          </a:p>
        </p:txBody>
      </p:sp>
      <p:pic>
        <p:nvPicPr>
          <p:cNvPr id="3" name="Picture 2" descr="slid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Release, batch, script, çakışma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Release oluşturma: sürüm adı/versiyon; batch ağacının kökü; iptal ve ağaç kilidi.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Batch oluşturma: hiyerarşik klasörler; release’e bağlama; kilitli batch’e yeni script eklenmez.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Script: oluşturma/güncellemede T-SQL doğrulama; taslak → testçi incelemesi → hazır.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Çakışma: aynı release kapsamındaki script’lerde tablo/nesne/kayıt çakışması; Conflict kaydı ve çözüm.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/>
            </a:pPr>
            <a:r>
              <a:t>SQL değişince fingerprint ile önceki ‘kabul’ kayıtlarının geçersizlenmesi.</a:t>
            </a:r>
          </a:p>
        </p:txBody>
      </p:sp>
      <p:pic>
        <p:nvPicPr>
          <p:cNvPr id="3" name="Picture 2" descr="slid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Amaçlar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Merkezi kayıt ve izlenebilirlik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Sözdizimi doğrulama ile hata riskini düşürme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Çakışma tespiti ile koordinasyon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Rol tabanlı güvenli operasyon</a:t>
            </a:r>
          </a:p>
        </p:txBody>
      </p:sp>
      <p:pic>
        <p:nvPicPr>
          <p:cNvPr id="3" name="Picture 2" descr="slide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Teknolojiler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.NET 9 · MVC · Web API · EF Core · SQL Server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MediatR — ince controller, ortak BLL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ScriptDom / SqlClient — T-SQL analizi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JWT + Cookie · Swagger · SHA256 fingerprint</a:t>
            </a:r>
          </a:p>
        </p:txBody>
      </p:sp>
      <p:pic>
        <p:nvPicPr>
          <p:cNvPr id="3" name="Picture 2" descr="slide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5349240" cy="5943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3000" b="1"/>
            </a:pPr>
            <a:r>
              <a:t>Mimari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Sunum: farklı kimlik ve çıktı (HTML / JSON)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BLL: iş kuralları ve MediatR handler’lar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DAL: kalıcılık ve migration’lar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/>
            </a:pPr>
            <a:r>
              <a:t>İstek → Mediator.Send → Handler → DAL</a:t>
            </a:r>
          </a:p>
        </p:txBody>
      </p:sp>
      <p:pic>
        <p:nvPicPr>
          <p:cNvPr id="3" name="Picture 2" descr="slid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